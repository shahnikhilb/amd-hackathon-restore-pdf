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59" r:id="rId7"/>
    <p:sldId id="263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1C84D9-8901-4DEF-A1E1-16FBCF90F7B1}" v="2" dt="2026-05-09T22:03:21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lans Admin" userId="3242989e4cf5d4c9" providerId="LiveId" clId="{ED2F19C0-6CA8-4DD2-91F4-62EA1CAAC865}"/>
    <pc:docChg chg="undo custSel addSld delSld modSld sldOrd">
      <pc:chgData name="Cilans Admin" userId="3242989e4cf5d4c9" providerId="LiveId" clId="{ED2F19C0-6CA8-4DD2-91F4-62EA1CAAC865}" dt="2026-05-09T23:35:18.100" v="109" actId="22"/>
      <pc:docMkLst>
        <pc:docMk/>
      </pc:docMkLst>
      <pc:sldChg chg="addSp new mod">
        <pc:chgData name="Cilans Admin" userId="3242989e4cf5d4c9" providerId="LiveId" clId="{ED2F19C0-6CA8-4DD2-91F4-62EA1CAAC865}" dt="2026-05-09T21:48:25.463" v="1" actId="22"/>
        <pc:sldMkLst>
          <pc:docMk/>
          <pc:sldMk cId="2156350988" sldId="256"/>
        </pc:sldMkLst>
        <pc:picChg chg="add">
          <ac:chgData name="Cilans Admin" userId="3242989e4cf5d4c9" providerId="LiveId" clId="{ED2F19C0-6CA8-4DD2-91F4-62EA1CAAC865}" dt="2026-05-09T21:48:25.463" v="1" actId="22"/>
          <ac:picMkLst>
            <pc:docMk/>
            <pc:sldMk cId="2156350988" sldId="256"/>
            <ac:picMk id="5" creationId="{48E7E1F4-2909-DCDA-4F35-A9463BDEF6B9}"/>
          </ac:picMkLst>
        </pc:picChg>
      </pc:sldChg>
      <pc:sldChg chg="addSp modSp new mod">
        <pc:chgData name="Cilans Admin" userId="3242989e4cf5d4c9" providerId="LiveId" clId="{ED2F19C0-6CA8-4DD2-91F4-62EA1CAAC865}" dt="2026-05-09T21:49:41.492" v="5" actId="1035"/>
        <pc:sldMkLst>
          <pc:docMk/>
          <pc:sldMk cId="1247467802" sldId="257"/>
        </pc:sldMkLst>
        <pc:picChg chg="add mod">
          <ac:chgData name="Cilans Admin" userId="3242989e4cf5d4c9" providerId="LiveId" clId="{ED2F19C0-6CA8-4DD2-91F4-62EA1CAAC865}" dt="2026-05-09T21:49:41.492" v="5" actId="1035"/>
          <ac:picMkLst>
            <pc:docMk/>
            <pc:sldMk cId="1247467802" sldId="257"/>
            <ac:picMk id="5" creationId="{58DE52DE-A7C6-EF12-6D55-04C6A960E5B5}"/>
          </ac:picMkLst>
        </pc:picChg>
      </pc:sldChg>
      <pc:sldChg chg="addSp new mod modNotesTx">
        <pc:chgData name="Cilans Admin" userId="3242989e4cf5d4c9" providerId="LiveId" clId="{ED2F19C0-6CA8-4DD2-91F4-62EA1CAAC865}" dt="2026-05-09T21:49:51.767" v="26" actId="20577"/>
        <pc:sldMkLst>
          <pc:docMk/>
          <pc:sldMk cId="2139362174" sldId="258"/>
        </pc:sldMkLst>
        <pc:picChg chg="add">
          <ac:chgData name="Cilans Admin" userId="3242989e4cf5d4c9" providerId="LiveId" clId="{ED2F19C0-6CA8-4DD2-91F4-62EA1CAAC865}" dt="2026-05-09T21:49:44.746" v="7" actId="22"/>
          <ac:picMkLst>
            <pc:docMk/>
            <pc:sldMk cId="2139362174" sldId="258"/>
            <ac:picMk id="5" creationId="{2656D3C6-27A7-749F-D7C4-50B724C803A9}"/>
          </ac:picMkLst>
        </pc:picChg>
      </pc:sldChg>
      <pc:sldChg chg="modSp new mod ord">
        <pc:chgData name="Cilans Admin" userId="3242989e4cf5d4c9" providerId="LiveId" clId="{ED2F19C0-6CA8-4DD2-91F4-62EA1CAAC865}" dt="2026-05-09T22:02:58.023" v="84" actId="27636"/>
        <pc:sldMkLst>
          <pc:docMk/>
          <pc:sldMk cId="1437359634" sldId="259"/>
        </pc:sldMkLst>
        <pc:spChg chg="mod">
          <ac:chgData name="Cilans Admin" userId="3242989e4cf5d4c9" providerId="LiveId" clId="{ED2F19C0-6CA8-4DD2-91F4-62EA1CAAC865}" dt="2026-05-09T21:50:07.278" v="65" actId="20577"/>
          <ac:spMkLst>
            <pc:docMk/>
            <pc:sldMk cId="1437359634" sldId="259"/>
            <ac:spMk id="2" creationId="{73D42AC9-C548-4532-5039-80227364B006}"/>
          </ac:spMkLst>
        </pc:spChg>
        <pc:spChg chg="mod">
          <ac:chgData name="Cilans Admin" userId="3242989e4cf5d4c9" providerId="LiveId" clId="{ED2F19C0-6CA8-4DD2-91F4-62EA1CAAC865}" dt="2026-05-09T22:02:58.023" v="84" actId="27636"/>
          <ac:spMkLst>
            <pc:docMk/>
            <pc:sldMk cId="1437359634" sldId="259"/>
            <ac:spMk id="3" creationId="{BAA66E1C-0105-9304-E2C4-1F3EB8573AE9}"/>
          </ac:spMkLst>
        </pc:spChg>
      </pc:sldChg>
      <pc:sldChg chg="addSp new mod">
        <pc:chgData name="Cilans Admin" userId="3242989e4cf5d4c9" providerId="LiveId" clId="{ED2F19C0-6CA8-4DD2-91F4-62EA1CAAC865}" dt="2026-05-09T21:51:09.392" v="67" actId="22"/>
        <pc:sldMkLst>
          <pc:docMk/>
          <pc:sldMk cId="3081570181" sldId="260"/>
        </pc:sldMkLst>
        <pc:picChg chg="add">
          <ac:chgData name="Cilans Admin" userId="3242989e4cf5d4c9" providerId="LiveId" clId="{ED2F19C0-6CA8-4DD2-91F4-62EA1CAAC865}" dt="2026-05-09T21:51:09.392" v="67" actId="22"/>
          <ac:picMkLst>
            <pc:docMk/>
            <pc:sldMk cId="3081570181" sldId="260"/>
            <ac:picMk id="5" creationId="{165724B8-858D-0D2A-599B-14E4E4886B15}"/>
          </ac:picMkLst>
        </pc:picChg>
      </pc:sldChg>
      <pc:sldChg chg="addSp new mod">
        <pc:chgData name="Cilans Admin" userId="3242989e4cf5d4c9" providerId="LiveId" clId="{ED2F19C0-6CA8-4DD2-91F4-62EA1CAAC865}" dt="2026-05-09T21:55:05.936" v="71" actId="22"/>
        <pc:sldMkLst>
          <pc:docMk/>
          <pc:sldMk cId="3596542934" sldId="261"/>
        </pc:sldMkLst>
        <pc:picChg chg="add">
          <ac:chgData name="Cilans Admin" userId="3242989e4cf5d4c9" providerId="LiveId" clId="{ED2F19C0-6CA8-4DD2-91F4-62EA1CAAC865}" dt="2026-05-09T21:55:05.936" v="71" actId="22"/>
          <ac:picMkLst>
            <pc:docMk/>
            <pc:sldMk cId="3596542934" sldId="261"/>
            <ac:picMk id="5" creationId="{D4530B2B-24A8-BE76-42C3-B518F25A253B}"/>
          </ac:picMkLst>
        </pc:picChg>
      </pc:sldChg>
      <pc:sldChg chg="new">
        <pc:chgData name="Cilans Admin" userId="3242989e4cf5d4c9" providerId="LiveId" clId="{ED2F19C0-6CA8-4DD2-91F4-62EA1CAAC865}" dt="2026-05-09T21:55:20.402" v="72" actId="680"/>
        <pc:sldMkLst>
          <pc:docMk/>
          <pc:sldMk cId="816949217" sldId="262"/>
        </pc:sldMkLst>
      </pc:sldChg>
      <pc:sldChg chg="addSp delSp modSp new mod">
        <pc:chgData name="Cilans Admin" userId="3242989e4cf5d4c9" providerId="LiveId" clId="{ED2F19C0-6CA8-4DD2-91F4-62EA1CAAC865}" dt="2026-05-09T22:08:46.639" v="93" actId="22"/>
        <pc:sldMkLst>
          <pc:docMk/>
          <pc:sldMk cId="1021812245" sldId="263"/>
        </pc:sldMkLst>
        <pc:spChg chg="mod">
          <ac:chgData name="Cilans Admin" userId="3242989e4cf5d4c9" providerId="LiveId" clId="{ED2F19C0-6CA8-4DD2-91F4-62EA1CAAC865}" dt="2026-05-09T22:08:45.140" v="92" actId="20577"/>
          <ac:spMkLst>
            <pc:docMk/>
            <pc:sldMk cId="1021812245" sldId="263"/>
            <ac:spMk id="2" creationId="{A89D5A84-F8D8-3E46-BA60-41DA252C277A}"/>
          </ac:spMkLst>
        </pc:spChg>
        <pc:spChg chg="del">
          <ac:chgData name="Cilans Admin" userId="3242989e4cf5d4c9" providerId="LiveId" clId="{ED2F19C0-6CA8-4DD2-91F4-62EA1CAAC865}" dt="2026-05-09T22:08:46.639" v="93" actId="22"/>
          <ac:spMkLst>
            <pc:docMk/>
            <pc:sldMk cId="1021812245" sldId="263"/>
            <ac:spMk id="3" creationId="{8F5AF67F-3267-AB7E-BE76-1FCD9BDA93D9}"/>
          </ac:spMkLst>
        </pc:spChg>
        <pc:picChg chg="add mod ord">
          <ac:chgData name="Cilans Admin" userId="3242989e4cf5d4c9" providerId="LiveId" clId="{ED2F19C0-6CA8-4DD2-91F4-62EA1CAAC865}" dt="2026-05-09T22:08:46.639" v="93" actId="22"/>
          <ac:picMkLst>
            <pc:docMk/>
            <pc:sldMk cId="1021812245" sldId="263"/>
            <ac:picMk id="5" creationId="{F237BC59-5152-DD5C-841F-695DE9E82718}"/>
          </ac:picMkLst>
        </pc:picChg>
      </pc:sldChg>
      <pc:sldChg chg="addSp delSp new del mod">
        <pc:chgData name="Cilans Admin" userId="3242989e4cf5d4c9" providerId="LiveId" clId="{ED2F19C0-6CA8-4DD2-91F4-62EA1CAAC865}" dt="2026-05-09T22:02:20.851" v="79" actId="47"/>
        <pc:sldMkLst>
          <pc:docMk/>
          <pc:sldMk cId="1861205619" sldId="263"/>
        </pc:sldMkLst>
        <pc:spChg chg="add del">
          <ac:chgData name="Cilans Admin" userId="3242989e4cf5d4c9" providerId="LiveId" clId="{ED2F19C0-6CA8-4DD2-91F4-62EA1CAAC865}" dt="2026-05-09T22:02:05.349" v="75" actId="22"/>
          <ac:spMkLst>
            <pc:docMk/>
            <pc:sldMk cId="1861205619" sldId="263"/>
            <ac:spMk id="5" creationId="{C961F36B-CE82-0D6E-1B6D-D2B892EBBB15}"/>
          </ac:spMkLst>
        </pc:spChg>
        <pc:spChg chg="add del">
          <ac:chgData name="Cilans Admin" userId="3242989e4cf5d4c9" providerId="LiveId" clId="{ED2F19C0-6CA8-4DD2-91F4-62EA1CAAC865}" dt="2026-05-09T22:02:09.589" v="77" actId="22"/>
          <ac:spMkLst>
            <pc:docMk/>
            <pc:sldMk cId="1861205619" sldId="263"/>
            <ac:spMk id="7" creationId="{F16CA607-32A3-C7CC-9C0F-3AA1C1476499}"/>
          </ac:spMkLst>
        </pc:spChg>
      </pc:sldChg>
      <pc:sldChg chg="new del">
        <pc:chgData name="Cilans Admin" userId="3242989e4cf5d4c9" providerId="LiveId" clId="{ED2F19C0-6CA8-4DD2-91F4-62EA1CAAC865}" dt="2026-05-09T22:02:23.390" v="80" actId="47"/>
        <pc:sldMkLst>
          <pc:docMk/>
          <pc:sldMk cId="31249235" sldId="264"/>
        </pc:sldMkLst>
      </pc:sldChg>
      <pc:sldChg chg="addSp delSp modSp new mod">
        <pc:chgData name="Cilans Admin" userId="3242989e4cf5d4c9" providerId="LiveId" clId="{ED2F19C0-6CA8-4DD2-91F4-62EA1CAAC865}" dt="2026-05-09T23:34:43.130" v="107" actId="14100"/>
        <pc:sldMkLst>
          <pc:docMk/>
          <pc:sldMk cId="74680466" sldId="264"/>
        </pc:sldMkLst>
        <pc:spChg chg="mod">
          <ac:chgData name="Cilans Admin" userId="3242989e4cf5d4c9" providerId="LiveId" clId="{ED2F19C0-6CA8-4DD2-91F4-62EA1CAAC865}" dt="2026-05-09T22:08:51.764" v="101" actId="5793"/>
          <ac:spMkLst>
            <pc:docMk/>
            <pc:sldMk cId="74680466" sldId="264"/>
            <ac:spMk id="2" creationId="{A0EC64F1-4AA7-FE52-6A37-B098F45536EE}"/>
          </ac:spMkLst>
        </pc:spChg>
        <pc:spChg chg="del mod">
          <ac:chgData name="Cilans Admin" userId="3242989e4cf5d4c9" providerId="LiveId" clId="{ED2F19C0-6CA8-4DD2-91F4-62EA1CAAC865}" dt="2026-05-09T22:11:45.918" v="103" actId="22"/>
          <ac:spMkLst>
            <pc:docMk/>
            <pc:sldMk cId="74680466" sldId="264"/>
            <ac:spMk id="3" creationId="{57B9BD22-E6D4-77CA-6924-EF9E8468E55D}"/>
          </ac:spMkLst>
        </pc:spChg>
        <pc:spChg chg="add del mod">
          <ac:chgData name="Cilans Admin" userId="3242989e4cf5d4c9" providerId="LiveId" clId="{ED2F19C0-6CA8-4DD2-91F4-62EA1CAAC865}" dt="2026-05-09T23:34:34.707" v="105" actId="22"/>
          <ac:spMkLst>
            <pc:docMk/>
            <pc:sldMk cId="74680466" sldId="264"/>
            <ac:spMk id="7" creationId="{B3A15E5F-873B-6BD5-738D-F648435D2CDB}"/>
          </ac:spMkLst>
        </pc:spChg>
        <pc:picChg chg="add del mod ord">
          <ac:chgData name="Cilans Admin" userId="3242989e4cf5d4c9" providerId="LiveId" clId="{ED2F19C0-6CA8-4DD2-91F4-62EA1CAAC865}" dt="2026-05-09T22:11:48.435" v="104" actId="478"/>
          <ac:picMkLst>
            <pc:docMk/>
            <pc:sldMk cId="74680466" sldId="264"/>
            <ac:picMk id="5" creationId="{88EE050E-0D2F-7B3E-44E7-3637B2669CB7}"/>
          </ac:picMkLst>
        </pc:picChg>
        <pc:picChg chg="add mod ord">
          <ac:chgData name="Cilans Admin" userId="3242989e4cf5d4c9" providerId="LiveId" clId="{ED2F19C0-6CA8-4DD2-91F4-62EA1CAAC865}" dt="2026-05-09T23:34:43.130" v="107" actId="14100"/>
          <ac:picMkLst>
            <pc:docMk/>
            <pc:sldMk cId="74680466" sldId="264"/>
            <ac:picMk id="9" creationId="{47D3FD50-F259-101B-9F03-3F4EAA5CE0B1}"/>
          </ac:picMkLst>
        </pc:picChg>
      </pc:sldChg>
      <pc:sldChg chg="addSp new mod">
        <pc:chgData name="Cilans Admin" userId="3242989e4cf5d4c9" providerId="LiveId" clId="{ED2F19C0-6CA8-4DD2-91F4-62EA1CAAC865}" dt="2026-05-09T23:35:18.100" v="109" actId="22"/>
        <pc:sldMkLst>
          <pc:docMk/>
          <pc:sldMk cId="3052463724" sldId="265"/>
        </pc:sldMkLst>
        <pc:picChg chg="add">
          <ac:chgData name="Cilans Admin" userId="3242989e4cf5d4c9" providerId="LiveId" clId="{ED2F19C0-6CA8-4DD2-91F4-62EA1CAAC865}" dt="2026-05-09T23:35:18.100" v="109" actId="22"/>
          <ac:picMkLst>
            <pc:docMk/>
            <pc:sldMk cId="3052463724" sldId="265"/>
            <ac:picMk id="5" creationId="{E9825351-985C-1163-3330-860A5631957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267C7-A969-411D-B477-C2F202B1045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01BFA-B22C-4809-B14D-3A41582E6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133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Stamp is </a:t>
            </a:r>
            <a:r>
              <a:rPr lang="en-US" dirty="0" err="1"/>
              <a:t>reatiend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01BFA-B22C-4809-B14D-3A41582E6B9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826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9970-7406-03DF-E9A8-CCD19882D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5EED7-4E75-9A70-25B5-A601362A6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B3318-6F5A-26FB-ED40-14612391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8156-F75E-4056-96DD-C8C831AF122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305AB-1468-1542-1A9B-C157D0B75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F3E4B-77ED-DCCE-7341-A5F20645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07E1-A5FC-4E02-A678-E5352693F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222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6BA2-83A3-93FE-099F-8480CF80E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9454F-E880-ED8E-AF82-3413AC83C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8F3AD-9303-4AE5-AD63-CF4A338A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8156-F75E-4056-96DD-C8C831AF122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BD19C-0CF4-57DE-DB11-97CE5138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77403-B3E8-BB67-0532-8DC251E67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07E1-A5FC-4E02-A678-E5352693F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961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256F-595B-3715-CDA5-7B5BD02F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AD9F2-D549-6FA2-C475-76A915164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494D1-7D82-AD32-93E8-67DF25996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8156-F75E-4056-96DD-C8C831AF122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368FB-42D8-2CB0-B1AF-C1A3AD20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33FBF-E17F-96CC-A76C-7C06B8ED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07E1-A5FC-4E02-A678-E5352693F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921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D8FCA-7A7A-19F4-A372-52ACB191C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E01F5-AA5B-3E2E-A2EB-397FE68DC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86B26-C3CB-1FDF-50A4-CB60BC46F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02D75-D719-9079-D517-E4B7E358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8156-F75E-4056-96DD-C8C831AF122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041DF-8D07-D725-7063-AD38BF1B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31D9C-8255-E491-98FE-807C9745C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07E1-A5FC-4E02-A678-E5352693F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582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4E79A-A43A-BEEC-CA77-BD0E7BF29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56D79-B756-0ACE-29A3-5925FBC43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CE44E-4331-49FE-632A-D0FF67CE9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466507-B5A3-CA31-A47F-65A0FD209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58E3C-0326-13DA-4444-AB584F8BE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736204-9B2B-C2E8-C6A6-ADD192858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8156-F75E-4056-96DD-C8C831AF122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E097A-0FF8-47B1-B9BC-C2C1092C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B68749-58EC-5691-D218-E79A11DE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07E1-A5FC-4E02-A678-E5352693F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42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CDC2-577D-9ED5-420B-77FC4D838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E0144-C3AC-D8A1-3124-DCD9F132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8156-F75E-4056-96DD-C8C831AF122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5D0A58-17C7-254A-4B84-55C7839D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49DBF-CD0D-3499-324B-401EF2C12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07E1-A5FC-4E02-A678-E5352693F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72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9E320-E4C7-EEBE-8331-8FCCA3CD9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8156-F75E-4056-96DD-C8C831AF122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6386EA-0317-3D16-F672-DE73DC1BF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4085D-9C26-0954-EAD0-6875236E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07E1-A5FC-4E02-A678-E5352693F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39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FF5F-07E2-69F2-3F35-7032F546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4D339-2F64-54C0-16EF-770E7098B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DFB0B-693F-AAF8-A614-515646498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C95CF-6790-0164-DCDF-77F81C3A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8156-F75E-4056-96DD-C8C831AF122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C1018-89A1-0490-5419-9F97BAC4B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82BCE-D65A-0359-A0BA-58D47E37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07E1-A5FC-4E02-A678-E5352693F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799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7D81-9C67-DAB0-ADD2-465C3C1C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C88F82-D45B-4EDB-62A3-9EDF62120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B6B3E-C6C9-1500-6551-D64CDF7D8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210D5-01E7-3D00-4D2F-3A5C131C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8156-F75E-4056-96DD-C8C831AF122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B5E54-F565-2CA3-6D1E-F236F078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536CF-92A0-C042-7B08-6C83302E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07E1-A5FC-4E02-A678-E5352693F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97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6C7E-DC9F-5470-C965-230D2CCD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3B7A3A-7B77-4E37-1F3C-9AE25EDDA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F9916-CEA2-B99F-A854-5CC7A08B3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8156-F75E-4056-96DD-C8C831AF122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AD266-93FE-5686-9F09-B961B7C2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91E4B-F3B7-F424-0619-D8EA1E31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07E1-A5FC-4E02-A678-E5352693F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B0C7E6-8C71-A0C7-B5D3-71D967CAE3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8B25C-8460-F109-9F60-A91DE9595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44E9C-95FA-C42E-9409-818D635D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8156-F75E-4056-96DD-C8C831AF122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006EA-DDB7-57A8-D0DF-38FE59C64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85F3E-410D-E529-6DDE-A6532C48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07E1-A5FC-4E02-A678-E5352693F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373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809E24-6AE6-F29F-B5D9-584671BBE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D1BEA-3E76-77E2-A5C7-45349BBCD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EEC21-8DCF-49E6-81A2-5AEB20FF2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C8156-F75E-4056-96DD-C8C831AF122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66AA3-63C2-A9A2-D54A-B509BAB19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81F81-11F4-1718-499D-0ECDFC6E4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F07E1-A5FC-4E02-A678-E5352693F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384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istricts-television-husband-respectively.trycloudflare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6438-C17C-47F7-6AE4-C529A259F7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FEC63-1059-A74D-7F3B-C10DB2CE7F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E7E1F4-2909-DCDA-4F35-A9463BDEF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35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96FB3-071E-79BB-57AF-C5A7CC63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70019-188A-8B8D-F336-A643075B1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E52DE-A7C6-EF12-6D55-04C6A960E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32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6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BA702-6797-844B-4322-E74117BD0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C1859-9355-743B-DD08-8FAAF2CD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56D3C6-27A7-749F-D7C4-50B724C80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62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3110-2D60-4496-8D79-DD7325181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D2C6B-4156-2F39-A70D-3AE1DC7B1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5724B8-858D-0D2A-599B-14E4E4886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70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EA27C-A3E1-0EDA-21E6-C634DFC4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4BA38-F027-ACEE-ACB3-DE8BE594B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530B2B-24A8-BE76-42C3-B518F25A2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6541"/>
            <a:ext cx="12192000" cy="394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542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2AC9-C548-4532-5039-80227364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code to remove / count Stamp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66E1C-0105-9304-E2C4-1F3EB8573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New behavior:</a:t>
            </a:r>
          </a:p>
          <a:p>
            <a:r>
              <a:rPr lang="en-US" dirty="0"/>
              <a:t>The backend detects circular stamp-like regions.</a:t>
            </a:r>
          </a:p>
          <a:p>
            <a:r>
              <a:rPr lang="en-US" dirty="0"/>
              <a:t>If a detected stamp does </a:t>
            </a:r>
            <a:r>
              <a:rPr lang="en-US" b="1" dirty="0"/>
              <a:t>not</a:t>
            </a:r>
            <a:r>
              <a:rPr lang="en-US" dirty="0"/>
              <a:t> overlap text/content, it attempts automatic removal with inpainting.</a:t>
            </a:r>
          </a:p>
          <a:p>
            <a:r>
              <a:rPr lang="en-US" dirty="0"/>
              <a:t>If a stamp overlaps text, the page is flagged as needing manual cleanup.</a:t>
            </a:r>
          </a:p>
          <a:p>
            <a:r>
              <a:rPr lang="en-US" dirty="0"/>
              <a:t>The portal now shows an </a:t>
            </a:r>
            <a:r>
              <a:rPr lang="en-US" b="1" dirty="0"/>
              <a:t>Overlapping Stamps</a:t>
            </a:r>
            <a:r>
              <a:rPr lang="en-US" dirty="0"/>
              <a:t> button/panel listing page numbers that need manual stamp cleanup.</a:t>
            </a:r>
          </a:p>
          <a:p>
            <a:r>
              <a:rPr lang="en-US" dirty="0"/>
              <a:t>Those pages are also labeled stamp review in the page list.</a:t>
            </a:r>
          </a:p>
          <a:p>
            <a:r>
              <a:rPr lang="en-US" dirty="0"/>
              <a:t>Current AMD public URL changed after redeploy:</a:t>
            </a:r>
          </a:p>
          <a:p>
            <a:r>
              <a:rPr lang="en-US" dirty="0">
                <a:hlinkClick r:id="rId2"/>
              </a:rPr>
              <a:t>https://districts-television-husband-respectively.trycloudflare.com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359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D5A84-F8D8-3E46-BA60-41DA252C2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37BC59-5152-DD5C-841F-695DE9E82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12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64F1-4AA7-FE52-6A37-B098F455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D3FD50-F259-101B-9F03-3F4EAA5CE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3360" y="1406684"/>
            <a:ext cx="95504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0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2B778-D43E-3899-345C-77A8A62CD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3DC3D-415F-CBE2-72E0-9990BCEDA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825351-985C-1163-3330-860A56319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63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9BAF-38F1-6CED-BD84-31236876F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673DB-C51B-57BC-30F4-A16C662D9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949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102</Words>
  <Application>Microsoft Office PowerPoint</Application>
  <PresentationFormat>Widescreen</PresentationFormat>
  <Paragraphs>13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New code to remove / count Stamp</vt:lpstr>
      <vt:lpstr>Before </vt:lpstr>
      <vt:lpstr>After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Cilans Admin</dc:creator>
  <cp:lastModifiedBy>Cilans Admin</cp:lastModifiedBy>
  <cp:revision>1</cp:revision>
  <dcterms:created xsi:type="dcterms:W3CDTF">2026-05-09T21:48:22Z</dcterms:created>
  <dcterms:modified xsi:type="dcterms:W3CDTF">2026-05-09T23:35:19Z</dcterms:modified>
</cp:coreProperties>
</file>